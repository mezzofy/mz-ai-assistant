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ZZOFY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[PRESENTATION TITLE]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[Subtitle or tagline goes here]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Mezzofy  |  [DD Month YYYY]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>
            <a:solidFill>
              <a:srgbClr val="FEF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>
            <a:solidFill>
              <a:srgbClr val="FEF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Market Context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noFill/>
          <a:ln>
            <a:solidFill>
              <a:srgbClr val="FEF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>
            <a:solidFill>
              <a:srgbClr val="FEF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Roadmap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685800"/>
          </a:xfrm>
          <a:prstGeom prst="rect">
            <a:avLst/>
          </a:prstGeom>
          <a:noFill/>
          <a:ln>
            <a:solidFill>
              <a:srgbClr val="FEF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Next Steps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[One-line section summary]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point one — describe the main idea in one concise sentence.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point two — support with evidence or context.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point three — link to business outcome.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point four — keep to six bullets maximum.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120640" cy="4572000"/>
          </a:xfrm>
          <a:prstGeom prst="rect">
            <a:avLst/>
          </a:prstGeom>
          <a:solidFill>
            <a:srgbClr val="FEF3E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[Headline stat or insight]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[Supporting detail or explanation. Keep to 2–3 lines maximum.]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[data source, date]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4747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[00%]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371600"/>
            <a:ext cx="34747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[$00M]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498848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context.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66176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371600"/>
            <a:ext cx="34747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[00×]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403336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3336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context.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[Table Slide Title]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438912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5877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 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 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 C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 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1 — 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[Status]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2 — 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[Status]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3 — 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[Status]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4 — 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[Status]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5 — 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[Value]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[Status]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662940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9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[Presenter Name]  ·  [Title]  ·  [email@mezzofy.com]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www.mezzofy.com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583680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by Mezzofy AI Assistant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Mezzofy AI Assistant — Template</dc:title>
  <dc:subject>PptxGenJS Presentation</dc:subject>
  <dc:creator>Mezzofy AI Assistant</dc:creator>
  <cp:lastModifiedBy>Mezzofy AI Assistant</cp:lastModifiedBy>
  <cp:revision>1</cp:revision>
  <dcterms:created xsi:type="dcterms:W3CDTF">2026-03-23T11:51:33Z</dcterms:created>
  <dcterms:modified xsi:type="dcterms:W3CDTF">2026-03-23T11:51:33Z</dcterms:modified>
</cp:coreProperties>
</file>